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/>
  <Relationship Id="rId2" Type="http://schemas.openxmlformats.org/package/2006/relationships/metadata/core-properties" Target="docProps/core.xml"/>
  <Relationship Id="rId3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3333333" cy="7500000" type="wide"/>
  <p:notesSz cx="6858000" cy="9144000"/>
</p:presentation>
</file>

<file path=ppt/_rels/presentation.xml.rels><?xml version="1.0" encoding="UTF-8" standalone="yes"?>
<Relationships xmlns="http://schemas.openxmlformats.org/package/2006/relationships"><Relationship Id="rIdTheme" Type="http://schemas.openxmlformats.org/officeDocument/2006/relationships/theme" Target="theme/theme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/Relationships>
</file>

<file path=ppt/slides/_rels/slide1.xml.rels><?xml version="1.0" encoding="UTF-8" standalone="yes"?>
<Relationships xmlns="http://schemas.openxmlformats.org/package/2006/relationships"/>
</file>

<file path=ppt/slides/_rels/slide2.xml.rels><?xml version="1.0" encoding="UTF-8" standalone="yes"?>
<Relationships xmlns="http://schemas.openxmlformats.org/package/2006/relationships"/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image" Target="../media/01-login.png"/>
</Relationships>
</file>

<file path=ppt/slides/_rels/slide4.xml.rels><?xml version="1.0" encoding="UTF-8" standalone="yes"?>
<Relationships xmlns="http://schemas.openxmlformats.org/package/2006/relationships"/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image" Target="../media/06-petugas-backup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image" Target="../media/07-petugas-monitoring-sbr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image" Target="../media/08-petugas-tanya-kondef.pn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image" Target="../media/02-admin-dashboard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image" Target="../media/03-admin-users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image" Target="../media/04-admin-files.pn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image" Target="../media/05-admin-monitoring-sbr.png"/>
</Relationships>
</file>

<file path=ppt/slides/_rels/slide12.xml.rels><?xml version="1.0" encoding="UTF-8" standalone="yes"?>
<Relationships xmlns="http://schemas.openxmlformats.org/package/2006/relationships"/>
</file>

<file path=ppt/slides/_rels/slide13.xml.rels><?xml version="1.0" encoding="UTF-8" standalone="yes"?>
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56032"/>
            <a:ext cx="11338560" cy="43891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500">
                <a:solidFill>
                  <a:srgbClr val="B45309"/>
                </a:solidFill>
                <a:b/>
              </a:rPr>
              <a:t>ASISTEN SE2026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11480" y="658368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3200">
                <a:solidFill>
                  <a:srgbClr val="1F2937"/>
                </a:solidFill>
                <a:b/>
              </a:rPr>
              <a:t>Panduan Penggunaan Sistem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11480" y="1389888"/>
            <a:ext cx="11247120" cy="4892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800">
                <a:solidFill>
                  <a:srgbClr val="1F2937"/>
                </a:solidFill>
              </a:rPr>
              <a:t>Nama aplikasi:</a:t>
            </a:r>
          </a:p>
          <a:p>
            <a:pPr algn="l"/>
            <a:r>
              <a:rPr lang="id-ID" sz="1800">
                <a:solidFill>
                  <a:srgbClr val="1F2937"/>
                </a:solidFill>
              </a:rPr>
              <a:t>ASISTEN SE2026</a:t>
            </a:r>
          </a:p>
          <a:p/>
          <a:p>
            <a:pPr algn="l"/>
            <a:r>
              <a:rPr lang="id-ID" sz="1800">
                <a:solidFill>
                  <a:srgbClr val="1F2937"/>
                </a:solidFill>
              </a:rPr>
              <a:t>Aplikasi Simpan, Informasi Progres, dan Tanya Konsepnya Sensus Ekonomi 2026.</a:t>
            </a:r>
          </a:p>
          <a:p/>
          <a:p>
            <a:pPr algn="l"/>
            <a:r>
              <a:rPr lang="id-ID" sz="1800">
                <a:solidFill>
                  <a:srgbClr val="1F2937"/>
                </a:solidFill>
              </a:rPr>
              <a:t>Dokumen ini memandu pengguna untuk login, mengenali menu, dan menjalankan fitur utama pada role Petugas dan Superadmin.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11480" y="6382512"/>
            <a:ext cx="11338560" cy="164592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37160" tIns="91440" rIns="137160" bIns="9144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56032"/>
            <a:ext cx="11338560" cy="43891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500">
                <a:solidFill>
                  <a:srgbClr val="B45309"/>
                </a:solidFill>
                <a:b/>
              </a:rPr>
              <a:t>ASISTEN SE2026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11480" y="658368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3200">
                <a:solidFill>
                  <a:srgbClr val="1F2937"/>
                </a:solidFill>
                <a:b/>
              </a:rPr>
              <a:t>Tujuan dan Link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11480" y="1389888"/>
            <a:ext cx="11247120" cy="4892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800">
                <a:solidFill>
                  <a:srgbClr val="1F2937"/>
                </a:solidFill>
              </a:rPr>
              <a:t>Tujuan: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Membantu petugas menyimpan foto laporan dan file backup ke Google Drive pribadi.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Memantau progres pendataan Monitoring SBR.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Menyediakan akses Tanya KonDef sebagai referensi konsep dan definisi.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Membantu admin mengelola user, file, assignment wilayah, dan rekap progres.</a:t>
            </a:r>
          </a:p>
          <a:p/>
          <a:p>
            <a:pPr algn="l"/>
            <a:r>
              <a:rPr lang="id-ID" sz="1800">
                <a:solidFill>
                  <a:srgbClr val="1F2937"/>
                </a:solidFill>
              </a:rPr>
              <a:t>Link: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URL aplikasi: http://localhost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URL lokal saat dokumentasi dibuat: http://127.0.0.1:8000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11480" y="6382512"/>
            <a:ext cx="11338560" cy="164592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37160" tIns="91440" rIns="137160" bIns="9144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56032"/>
            <a:ext cx="11338560" cy="43891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500">
                <a:solidFill>
                  <a:srgbClr val="B45309"/>
                </a:solidFill>
                <a:b/>
              </a:rPr>
              <a:t>ASISTEN SE2026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11480" y="658368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3200">
                <a:solidFill>
                  <a:srgbClr val="1F2937"/>
                </a:solidFill>
                <a:b/>
              </a:rPr>
              <a:t>Tahapan Login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11480" y="1389888"/>
            <a:ext cx="3977639" cy="4892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800">
                <a:solidFill>
                  <a:srgbClr val="1F2937"/>
                </a:solidFill>
              </a:rPr>
              <a:t>Tahapan login: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Buka link aplikasi melalui browser.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Klik tombol Masuk dengan Google.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Pilih akun Google yang terdaftar pada sistem.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Berikan izin akses yang diminta.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Setelah berhasil, sistem mengarahkan pengguna ke dashboard sesuai role.</a:t>
            </a:r>
          </a:p>
          <a:p/>
          <a:p>
            <a:pPr algn="l"/>
            <a:r>
              <a:rPr lang="id-ID" sz="1800">
                <a:solidFill>
                  <a:srgbClr val="1F2937"/>
                </a:solidFill>
              </a:rPr>
              <a:t>Catatan:</a:t>
            </a:r>
          </a:p>
          <a:p>
            <a:pPr algn="l"/>
            <a:r>
              <a:rPr lang="id-ID" sz="1800">
                <a:solidFill>
                  <a:srgbClr val="1F2937"/>
                </a:solidFill>
              </a:rPr>
              <a:t>Akun harus aktif dan memiliki sesi Google yang valid.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11480" y="6382512"/>
            <a:ext cx="11338560" cy="164592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37160" tIns="91440" rIns="137160" bIns="91440"/>
          <a:lstStyle/>
          <a:p/>
        </p:txBody>
      </p:sp>
      <p:pic>
        <p:nvPicPr>
          <p:cNvPr id="6" name="Screenshot 6"/>
          <p:cNvPicPr/>
          <p:nvPr/>
        </p:nvPicPr>
        <p:blipFill>
          <a:blip r:embed="rId1"/>
          <a:stretch>
            <a:fillRect/>
          </a:stretch>
        </p:blipFill>
        <p:spPr>
          <a:xfrm>
            <a:off x="5047072" y="1417320"/>
            <a:ext cx="6045015" cy="46177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56032"/>
            <a:ext cx="11338560" cy="43891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500">
                <a:solidFill>
                  <a:srgbClr val="B45309"/>
                </a:solidFill>
                <a:b/>
              </a:rPr>
              <a:t>ASISTEN SE2026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11480" y="658368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3200">
                <a:solidFill>
                  <a:srgbClr val="1F2937"/>
                </a:solidFill>
                <a:b/>
              </a:rPr>
              <a:t>Menu yang Tersedia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11480" y="1389888"/>
            <a:ext cx="11247120" cy="4892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800">
                <a:solidFill>
                  <a:srgbClr val="1F2937"/>
                </a:solidFill>
              </a:rPr>
              <a:t>Role Petugas: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Backup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Monitoring SBR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Tanya KonDef</a:t>
            </a:r>
          </a:p>
          <a:p/>
          <a:p>
            <a:pPr algn="l"/>
            <a:r>
              <a:rPr lang="id-ID" sz="1800">
                <a:solidFill>
                  <a:srgbClr val="1F2937"/>
                </a:solidFill>
              </a:rPr>
              <a:t>Role Superadmin: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Dashboard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Manajemen User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Semua File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Monitoring SBR</a:t>
            </a:r>
          </a:p>
          <a:p/>
          <a:p>
            <a:pPr algn="l"/>
            <a:r>
              <a:rPr lang="id-ID" sz="1800">
                <a:solidFill>
                  <a:srgbClr val="1F2937"/>
                </a:solidFill>
              </a:rPr>
              <a:t>Menu yang tampil mengikuti role akun setelah login.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11480" y="6382512"/>
            <a:ext cx="11338560" cy="164592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37160" tIns="91440" rIns="137160" bIns="9144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56032"/>
            <a:ext cx="11338560" cy="43891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500">
                <a:solidFill>
                  <a:srgbClr val="B45309"/>
                </a:solidFill>
                <a:b/>
              </a:rPr>
              <a:t>ASISTEN SE2026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11480" y="658368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3200">
                <a:solidFill>
                  <a:srgbClr val="1F2937"/>
                </a:solidFill>
                <a:b/>
              </a:rPr>
              <a:t>Petugas - Backup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11480" y="1389888"/>
            <a:ext cx="3977639" cy="4892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800">
                <a:solidFill>
                  <a:srgbClr val="1F2937"/>
                </a:solidFill>
              </a:rPr>
              <a:t>Cara penggunaan: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Buka menu Backup.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Gunakan area Upload Foto Laporan untuk mengunggah JPG, PNG, WebP, atau HEIC.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Gunakan area Upload Data Backup untuk mengunggah file backup.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Isi nama file baru bila ingin mengganti nama sebelum upload.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Pantau daftar File Saya untuk melihat, mencari, mengunduh, membuka Drive, atau menghapus file.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11480" y="6382512"/>
            <a:ext cx="11338560" cy="164592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37160" tIns="91440" rIns="137160" bIns="91440"/>
          <a:lstStyle/>
          <a:p/>
        </p:txBody>
      </p:sp>
      <p:pic>
        <p:nvPicPr>
          <p:cNvPr id="6" name="Screenshot 6"/>
          <p:cNvPicPr/>
          <p:nvPr/>
        </p:nvPicPr>
        <p:blipFill>
          <a:blip r:embed="rId1"/>
          <a:stretch>
            <a:fillRect/>
          </a:stretch>
        </p:blipFill>
        <p:spPr>
          <a:xfrm>
            <a:off x="5047072" y="1417320"/>
            <a:ext cx="6045015" cy="46177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56032"/>
            <a:ext cx="11338560" cy="43891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500">
                <a:solidFill>
                  <a:srgbClr val="B45309"/>
                </a:solidFill>
                <a:b/>
              </a:rPr>
              <a:t>ASISTEN SE2026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11480" y="658368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3200">
                <a:solidFill>
                  <a:srgbClr val="1F2937"/>
                </a:solidFill>
                <a:b/>
              </a:rPr>
              <a:t>Petugas - Monitoring SBR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11480" y="1389888"/>
            <a:ext cx="3977639" cy="4892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800">
                <a:solidFill>
                  <a:srgbClr val="1F2937"/>
                </a:solidFill>
              </a:rPr>
              <a:t>Cara penggunaan: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Buka menu Monitoring SBR.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Pastikan wilayah tugas sudah tampil di bagian Wilayah Tugas.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Cari usaha berdasarkan ID SBR atau nama usaha.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Lihat status usaha pada tabel.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Perbarui status usaha sesuai kondisi lapangan: Aktif, Tidak Aktif, Pindah, atau Tidak Ditemukan.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Tambahkan catatan bila diperlukan.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11480" y="6382512"/>
            <a:ext cx="11338560" cy="164592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37160" tIns="91440" rIns="137160" bIns="91440"/>
          <a:lstStyle/>
          <a:p/>
        </p:txBody>
      </p:sp>
      <p:pic>
        <p:nvPicPr>
          <p:cNvPr id="6" name="Screenshot 6"/>
          <p:cNvPicPr/>
          <p:nvPr/>
        </p:nvPicPr>
        <p:blipFill>
          <a:blip r:embed="rId1"/>
          <a:stretch>
            <a:fillRect/>
          </a:stretch>
        </p:blipFill>
        <p:spPr>
          <a:xfrm>
            <a:off x="5047072" y="1417320"/>
            <a:ext cx="6045015" cy="46177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56032"/>
            <a:ext cx="11338560" cy="43891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500">
                <a:solidFill>
                  <a:srgbClr val="B45309"/>
                </a:solidFill>
                <a:b/>
              </a:rPr>
              <a:t>ASISTEN SE2026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11480" y="658368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3200">
                <a:solidFill>
                  <a:srgbClr val="1F2937"/>
                </a:solidFill>
                <a:b/>
              </a:rPr>
              <a:t>Petugas - Tanya KonDef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11480" y="1389888"/>
            <a:ext cx="3977639" cy="4892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800">
                <a:solidFill>
                  <a:srgbClr val="1F2937"/>
                </a:solidFill>
              </a:rPr>
              <a:t>Cara penggunaan: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Buka menu Tanya KonDef.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Gunakan halaman ini sebagai akses bantuan konsep dan definisi Sensus Ekonomi 2026.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Pilih atau buka materi yang tersedia sesuai kebutuhan lapangan.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Gunakan menu ini ketika perlu memastikan istilah, konsep, atau definisi sebelum melakukan pencatatan.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11480" y="6382512"/>
            <a:ext cx="11338560" cy="164592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37160" tIns="91440" rIns="137160" bIns="91440"/>
          <a:lstStyle/>
          <a:p/>
        </p:txBody>
      </p:sp>
      <p:pic>
        <p:nvPicPr>
          <p:cNvPr id="6" name="Screenshot 6"/>
          <p:cNvPicPr/>
          <p:nvPr/>
        </p:nvPicPr>
        <p:blipFill>
          <a:blip r:embed="rId1"/>
          <a:stretch>
            <a:fillRect/>
          </a:stretch>
        </p:blipFill>
        <p:spPr>
          <a:xfrm>
            <a:off x="5047072" y="1417320"/>
            <a:ext cx="6045015" cy="46177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56032"/>
            <a:ext cx="11338560" cy="43891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500">
                <a:solidFill>
                  <a:srgbClr val="B45309"/>
                </a:solidFill>
                <a:b/>
              </a:rPr>
              <a:t>ASISTEN SE2026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11480" y="658368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3200">
                <a:solidFill>
                  <a:srgbClr val="1F2937"/>
                </a:solidFill>
                <a:b/>
              </a:rPr>
              <a:t>Superadmin - Dashboard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11480" y="1389888"/>
            <a:ext cx="3977639" cy="4892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800">
                <a:solidFill>
                  <a:srgbClr val="1F2937"/>
                </a:solidFill>
              </a:rPr>
              <a:t>Cara penggunaan: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Buka menu Dashboard.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Pantau total petugas aktif, total foto, total backup, dan storage digunakan.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Lihat grafik aktivitas upload 7 hari terakhir.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Periksa aktivitas terkini dan file terbaru yang diunggah.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Gunakan informasi ini untuk memantau kondisi umum sistem.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11480" y="6382512"/>
            <a:ext cx="11338560" cy="164592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37160" tIns="91440" rIns="137160" bIns="91440"/>
          <a:lstStyle/>
          <a:p/>
        </p:txBody>
      </p:sp>
      <p:pic>
        <p:nvPicPr>
          <p:cNvPr id="6" name="Screenshot 6"/>
          <p:cNvPicPr/>
          <p:nvPr/>
        </p:nvPicPr>
        <p:blipFill>
          <a:blip r:embed="rId1"/>
          <a:stretch>
            <a:fillRect/>
          </a:stretch>
        </p:blipFill>
        <p:spPr>
          <a:xfrm>
            <a:off x="5047072" y="1417320"/>
            <a:ext cx="6045015" cy="46177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56032"/>
            <a:ext cx="11338560" cy="43891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500">
                <a:solidFill>
                  <a:srgbClr val="B45309"/>
                </a:solidFill>
                <a:b/>
              </a:rPr>
              <a:t>ASISTEN SE2026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11480" y="658368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3200">
                <a:solidFill>
                  <a:srgbClr val="1F2937"/>
                </a:solidFill>
                <a:b/>
              </a:rPr>
              <a:t>Superadmin - Manajemen User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11480" y="1389888"/>
            <a:ext cx="3977639" cy="4892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800">
                <a:solidFill>
                  <a:srgbClr val="1F2937"/>
                </a:solidFill>
              </a:rPr>
              <a:t>Cara penggunaan: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Buka menu Manajemen User.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Lihat daftar user, role, status, dan waktu login terakhir.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Aktifkan atau nonaktifkan akun petugas sesuai kebutuhan.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Hapus akun bila memang tidak digunakan lagi.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Pastikan hanya petugas berwenang yang tetap aktif.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11480" y="6382512"/>
            <a:ext cx="11338560" cy="164592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37160" tIns="91440" rIns="137160" bIns="91440"/>
          <a:lstStyle/>
          <a:p/>
        </p:txBody>
      </p:sp>
      <p:pic>
        <p:nvPicPr>
          <p:cNvPr id="6" name="Screenshot 6"/>
          <p:cNvPicPr/>
          <p:nvPr/>
        </p:nvPicPr>
        <p:blipFill>
          <a:blip r:embed="rId1"/>
          <a:stretch>
            <a:fillRect/>
          </a:stretch>
        </p:blipFill>
        <p:spPr>
          <a:xfrm>
            <a:off x="5047072" y="1417320"/>
            <a:ext cx="6045015" cy="46177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56032"/>
            <a:ext cx="11338560" cy="43891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500">
                <a:solidFill>
                  <a:srgbClr val="B45309"/>
                </a:solidFill>
                <a:b/>
              </a:rPr>
              <a:t>ASISTEN SE2026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11480" y="658368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3200">
                <a:solidFill>
                  <a:srgbClr val="1F2937"/>
                </a:solidFill>
                <a:b/>
              </a:rPr>
              <a:t>Superadmin - Semua File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11480" y="1389888"/>
            <a:ext cx="3977639" cy="4892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800">
                <a:solidFill>
                  <a:srgbClr val="1F2937"/>
                </a:solidFill>
              </a:rPr>
              <a:t>Cara penggunaan: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Buka menu Semua File.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Filter file berdasarkan petugas, jenis file, status, atau kata kunci pencarian.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Lihat daftar file yang tersimpan dari semua petugas.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Gunakan aksi lihat, download, atau export untuk kebutuhan monitoring dan rekap.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11480" y="6382512"/>
            <a:ext cx="11338560" cy="164592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37160" tIns="91440" rIns="137160" bIns="91440"/>
          <a:lstStyle/>
          <a:p/>
        </p:txBody>
      </p:sp>
      <p:pic>
        <p:nvPicPr>
          <p:cNvPr id="6" name="Screenshot 6"/>
          <p:cNvPicPr/>
          <p:nvPr/>
        </p:nvPicPr>
        <p:blipFill>
          <a:blip r:embed="rId1"/>
          <a:stretch>
            <a:fillRect/>
          </a:stretch>
        </p:blipFill>
        <p:spPr>
          <a:xfrm>
            <a:off x="5047072" y="1417320"/>
            <a:ext cx="6045015" cy="46177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56032"/>
            <a:ext cx="11338560" cy="43891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500">
                <a:solidFill>
                  <a:srgbClr val="B45309"/>
                </a:solidFill>
                <a:b/>
              </a:rPr>
              <a:t>ASISTEN SE2026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11480" y="658368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3200">
                <a:solidFill>
                  <a:srgbClr val="1F2937"/>
                </a:solidFill>
                <a:b/>
              </a:rPr>
              <a:t>Superadmin - Monitoring SBR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11480" y="1389888"/>
            <a:ext cx="3977639" cy="4892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800">
                <a:solidFill>
                  <a:srgbClr val="1F2937"/>
                </a:solidFill>
              </a:rPr>
              <a:t>Cara penggunaan: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Buka menu Monitoring SBR.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Pantau ringkasan total usaha, desa, desa ditugaskan, progress, dan komposisi status.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Upload data usaha SBR melalui file Excel bila diperlukan.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Kelola assignment desa kepada petugas.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Lihat monitoring per wilayah dan per petugas untuk evaluasi progres.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11480" y="6382512"/>
            <a:ext cx="11338560" cy="164592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37160" tIns="91440" rIns="137160" bIns="91440"/>
          <a:lstStyle/>
          <a:p/>
        </p:txBody>
      </p:sp>
      <p:pic>
        <p:nvPicPr>
          <p:cNvPr id="6" name="Screenshot 6"/>
          <p:cNvPicPr/>
          <p:nvPr/>
        </p:nvPicPr>
        <p:blipFill>
          <a:blip r:embed="rId1"/>
          <a:stretch>
            <a:fillRect/>
          </a:stretch>
        </p:blipFill>
        <p:spPr>
          <a:xfrm>
            <a:off x="5047072" y="1417320"/>
            <a:ext cx="6045015" cy="46177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56032"/>
            <a:ext cx="11338560" cy="43891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500">
                <a:solidFill>
                  <a:srgbClr val="B45309"/>
                </a:solidFill>
                <a:b/>
              </a:rPr>
              <a:t>ASISTEN SE2026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11480" y="658368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3200">
                <a:solidFill>
                  <a:srgbClr val="1F2937"/>
                </a:solidFill>
                <a:b/>
              </a:rPr>
              <a:t>Alur Kerja Singkat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11480" y="1389888"/>
            <a:ext cx="11247120" cy="4892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800">
                <a:solidFill>
                  <a:srgbClr val="1F2937"/>
                </a:solidFill>
              </a:rPr>
              <a:t>Petugas: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Login dengan Google.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Upload foto laporan atau backup pada menu Backup.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Cek dan perbarui status usaha pada Monitoring SBR.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Gunakan Tanya KonDef saat butuh rujukan konsep.</a:t>
            </a:r>
          </a:p>
          <a:p/>
          <a:p>
            <a:pPr algn="l"/>
            <a:r>
              <a:rPr lang="id-ID" sz="1800">
                <a:solidFill>
                  <a:srgbClr val="1F2937"/>
                </a:solidFill>
              </a:rPr>
              <a:t>Superadmin: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Login dengan Google.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Pantau dashboard dan file masuk.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Kelola user aktif.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Upload data SBR dan atur assignment wilayah.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Evaluasi progres pencatatan dari dashboard Monitoring SBR.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11480" y="6382512"/>
            <a:ext cx="11338560" cy="164592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37160" tIns="91440" rIns="137160" bIns="9144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56032"/>
            <a:ext cx="11338560" cy="43891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500">
                <a:solidFill>
                  <a:srgbClr val="B45309"/>
                </a:solidFill>
                <a:b/>
              </a:rPr>
              <a:t>ASISTEN SE2026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11480" y="658368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3200">
                <a:solidFill>
                  <a:srgbClr val="1F2937"/>
                </a:solidFill>
                <a:b/>
              </a:rPr>
              <a:t>Penutup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11480" y="1389888"/>
            <a:ext cx="11247120" cy="4892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 algn="l"/>
            <a:r>
              <a:rPr lang="id-ID" sz="1800">
                <a:solidFill>
                  <a:srgbClr val="1F2937"/>
                </a:solidFill>
              </a:rPr>
              <a:t>ASISTEN SE2026 membantu proses backup dokumen, monitoring progres SBR, dan akses referensi konsep dalam satu aplikasi.</a:t>
            </a:r>
          </a:p>
          <a:p/>
          <a:p>
            <a:pPr algn="l"/>
            <a:r>
              <a:rPr lang="id-ID" sz="1800">
                <a:solidFill>
                  <a:srgbClr val="1F2937"/>
                </a:solidFill>
              </a:rPr>
              <a:t>Pastikan: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Login menggunakan akun yang terdaftar.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File yang diunggah sesuai kebutuhan kegiatan.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Status usaha diperbarui berdasarkan kondisi lapangan.</a:t>
            </a:r>
          </a:p>
          <a:p>
            <a:pPr marL="285750" indent="-171450">
              <a:buChar char="•"/>
            </a:pPr>
            <a:r>
              <a:rPr lang="id-ID" sz="1800">
                <a:solidFill>
                  <a:srgbClr val="1F2937"/>
                </a:solidFill>
              </a:rPr>
              <a:t>Assignment wilayah dikelola dengan benar oleh admin.</a:t>
            </a:r>
          </a:p>
          <a:p/>
          <a:p>
            <a:pPr algn="l"/>
            <a:r>
              <a:rPr lang="id-ID" sz="1800">
                <a:solidFill>
                  <a:srgbClr val="1F2937"/>
                </a:solidFill>
              </a:rPr>
              <a:t>Terima kasih.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11480" y="6382512"/>
            <a:ext cx="11338560" cy="164592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37160" tIns="91440" rIns="137160" bIns="9144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isten SE2026">
  <a:themeElements>
    <a:clrScheme name="Asisten">
      <a:dk1>
        <a:srgbClr val="1F2937"/>
      </a:dk1>
      <a:lt1>
        <a:srgbClr val="FFFFFF"/>
      </a:lt1>
      <a:dk2>
        <a:srgbClr val="334155"/>
      </a:dk2>
      <a:lt2>
        <a:srgbClr val="F8FAFC"/>
      </a:lt2>
      <a:accent1>
        <a:srgbClr val="F68B24"/>
      </a:accent1>
      <a:accent2>
        <a:srgbClr val="2563EB"/>
      </a:accent2>
      <a:accent3>
        <a:srgbClr val="22C55E"/>
      </a:accent3>
      <a:accent4>
        <a:srgbClr val="FBBF24"/>
      </a:accent4>
      <a:accent5>
        <a:srgbClr val="F43F5E"/>
      </a:accent5>
      <a:accent6>
        <a:srgbClr val="64748B"/>
      </a:accent6>
      <a:hlink>
        <a:srgbClr val="2563EB"/>
      </a:hlink>
      <a:folHlink>
        <a:srgbClr val="7C3AED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Slides>13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ASISTEN SE2026</dc:title>
  <dc:creator>Codex</dc:creator>
  <cp:lastModifiedBy>Codex</cp:lastModifiedBy>
</cp:coreProperties>
</file>